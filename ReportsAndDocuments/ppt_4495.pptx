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5" r:id="rId4"/>
  </p:sldMasterIdLst>
  <p:notesMasterIdLst>
    <p:notesMasterId r:id="rId13"/>
  </p:notesMasterIdLst>
  <p:handoutMasterIdLst>
    <p:handoutMasterId r:id="rId14"/>
  </p:handoutMasterIdLst>
  <p:sldIdLst>
    <p:sldId id="325" r:id="rId5"/>
    <p:sldId id="326" r:id="rId6"/>
    <p:sldId id="259" r:id="rId7"/>
    <p:sldId id="341" r:id="rId8"/>
    <p:sldId id="257" r:id="rId9"/>
    <p:sldId id="342" r:id="rId10"/>
    <p:sldId id="258" r:id="rId11"/>
    <p:sldId id="34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82328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5F82-76E9-D238-DE3B-96577B1B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F5CBD-CCF9-C79E-F327-D01D7EDB4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7B761-96C2-B25D-3728-76701BFA8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28300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841C9636-C4B7-D262-ABCA-6115514FA5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03012-CE21-273A-BC0F-F97F8D96D342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50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21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0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5299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8858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6321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226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299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2822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5885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846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6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887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79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524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004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9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1" r:id="rId15"/>
    <p:sldLayoutId id="2147483706" r:id="rId16"/>
    <p:sldLayoutId id="214748366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90283"/>
            <a:ext cx="5602383" cy="1877437"/>
          </a:xfrm>
        </p:spPr>
        <p:txBody>
          <a:bodyPr>
            <a:normAutofit/>
          </a:bodyPr>
          <a:lstStyle/>
          <a:p>
            <a:r>
              <a:rPr lang="en-US" sz="2700" dirty="0"/>
              <a:t>CSIS 4495 002</a:t>
            </a:r>
            <a:br>
              <a:rPr lang="en-US" sz="2700" dirty="0"/>
            </a:br>
            <a:r>
              <a:rPr lang="en-US" sz="2700" dirty="0"/>
              <a:t>Applied Research Project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 Ecotots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040EF-32B8-46F3-823C-6BA3A49A7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6" y="3657936"/>
            <a:ext cx="4657343" cy="2752695"/>
          </a:xfrm>
        </p:spPr>
        <p:txBody>
          <a:bodyPr vert="horz" lIns="0" tIns="0" rIns="0" bIns="0" rtlCol="0" anchor="ctr">
            <a:normAutofit fontScale="77500" lnSpcReduction="20000"/>
          </a:bodyPr>
          <a:lstStyle/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Submitted to – Prof. </a:t>
            </a:r>
            <a:r>
              <a:rPr lang="en-CA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Padmapriya Arasanipalai Kandhadai</a:t>
            </a:r>
          </a:p>
          <a:p>
            <a:endParaRPr lang="en-CA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Submitted by – Lovish Dhanda</a:t>
            </a:r>
          </a:p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                  (300377652)</a:t>
            </a:r>
          </a:p>
          <a:p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                        Gurkanwal Singh</a:t>
            </a:r>
          </a:p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                  (300375339)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/>
              <a:t>agenda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929954"/>
            <a:ext cx="4114800" cy="265176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About our Project</a:t>
            </a:r>
          </a:p>
          <a:p>
            <a:r>
              <a:rPr lang="en-US" dirty="0"/>
              <a:t>Feature overview</a:t>
            </a:r>
          </a:p>
          <a:p>
            <a:r>
              <a:rPr lang="en-CA" dirty="0"/>
              <a:t>Live Demonstration</a:t>
            </a:r>
            <a:endParaRPr lang="en-US" dirty="0"/>
          </a:p>
        </p:txBody>
      </p:sp>
      <p:pic>
        <p:nvPicPr>
          <p:cNvPr id="5" name="Picture 4" descr="A cartoon of a child&#10;&#10;AI-generated content may be incorrect.">
            <a:extLst>
              <a:ext uri="{FF2B5EF4-FFF2-40B4-BE49-F238E27FC236}">
                <a16:creationId xmlns:a16="http://schemas.microsoft.com/office/drawing/2014/main" id="{7A8070AA-2BBA-F8C6-1EC1-F6F94852F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927" y="1194917"/>
            <a:ext cx="4376725" cy="43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675476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About OUR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02" y="2703871"/>
            <a:ext cx="11749548" cy="3087329"/>
          </a:xfrm>
          <a:noFill/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err="1"/>
              <a:t>EcoTots</a:t>
            </a:r>
            <a:r>
              <a:rPr lang="en-US" b="1" dirty="0"/>
              <a:t>: </a:t>
            </a:r>
            <a:r>
              <a:rPr lang="en-US" dirty="0"/>
              <a:t>A Sustainable Clothing Exchange for Families</a:t>
            </a:r>
          </a:p>
          <a:p>
            <a:pPr>
              <a:buNone/>
            </a:pPr>
            <a:endParaRPr lang="en-US" b="1" dirty="0"/>
          </a:p>
          <a:p>
            <a:pPr algn="l"/>
            <a:r>
              <a:rPr lang="en-US" b="1" dirty="0"/>
              <a:t>The Challenge</a:t>
            </a:r>
            <a:br>
              <a:rPr lang="en-US" dirty="0"/>
            </a:br>
            <a:r>
              <a:rPr lang="en-US" dirty="0"/>
              <a:t>Children outgrow clothes rapidly, leading to underused garments and recurring costs for families—especially those with limited finances. Meanwhile, gently used clothes often go to waste.</a:t>
            </a:r>
          </a:p>
          <a:p>
            <a:pPr algn="l"/>
            <a:endParaRPr lang="en-US" dirty="0"/>
          </a:p>
          <a:p>
            <a:pPr algn="l">
              <a:buNone/>
            </a:pPr>
            <a:r>
              <a:rPr lang="en-US" b="1" dirty="0"/>
              <a:t>Our Mission</a:t>
            </a:r>
            <a:br>
              <a:rPr lang="en-US" dirty="0"/>
            </a:br>
            <a:r>
              <a:rPr lang="en-US" dirty="0"/>
              <a:t>Create a dedicated digital platform to simplify the exchange of children’s clothing—making it accessible, affordable, and sustainable.</a:t>
            </a:r>
          </a:p>
          <a:p>
            <a:pPr algn="l">
              <a:buNone/>
            </a:pPr>
            <a:endParaRPr lang="en-US" dirty="0"/>
          </a:p>
          <a:p>
            <a:pPr algn="l"/>
            <a:endParaRPr lang="en-US" dirty="0"/>
          </a:p>
          <a:p>
            <a:endParaRPr lang="en-US" dirty="0"/>
          </a:p>
        </p:txBody>
      </p:sp>
      <p:pic>
        <p:nvPicPr>
          <p:cNvPr id="12" name="Picture Placeholder 11" descr="A cartoon of a landscape with trees and flowers">
            <a:extLst>
              <a:ext uri="{FF2B5EF4-FFF2-40B4-BE49-F238E27FC236}">
                <a16:creationId xmlns:a16="http://schemas.microsoft.com/office/drawing/2014/main" id="{57CD38CE-F7C0-F2FC-5533-50C4640D3B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755" b="31755"/>
          <a:stretch>
            <a:fillRect/>
          </a:stretch>
        </p:blipFill>
        <p:spPr>
          <a:xfrm>
            <a:off x="3048" y="0"/>
            <a:ext cx="12188952" cy="1587062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CF28-E1A3-A6ED-BE5C-7D102ACCD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7B74-B965-E0B3-7FE5-64021365C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0158" y="1417109"/>
            <a:ext cx="7888635" cy="1129445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About OUR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96079-FDC8-E4E9-180C-A214182AA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26" y="2713703"/>
            <a:ext cx="11749548" cy="2989006"/>
          </a:xfrm>
          <a:noFill/>
        </p:spPr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en-US" b="1" dirty="0"/>
              <a:t>Research Questions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How can we make reusing kids’ clothing practical for families?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Can a child-focused marketplace promote sustainable clothing habits?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None/>
            </a:pPr>
            <a:r>
              <a:rPr lang="en-US" b="1" dirty="0"/>
              <a:t>Why It Matters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Tackles </a:t>
            </a:r>
            <a:r>
              <a:rPr lang="en-US" b="1" dirty="0"/>
              <a:t>financial strain</a:t>
            </a:r>
            <a:r>
              <a:rPr lang="en-US" dirty="0"/>
              <a:t> on parents, reduces </a:t>
            </a:r>
            <a:r>
              <a:rPr lang="en-US" b="1" dirty="0"/>
              <a:t>textile waste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Fosters </a:t>
            </a:r>
            <a:r>
              <a:rPr lang="en-US" b="1" dirty="0"/>
              <a:t>community support, </a:t>
            </a:r>
            <a:r>
              <a:rPr lang="en-US" dirty="0"/>
              <a:t>promotes </a:t>
            </a:r>
            <a:r>
              <a:rPr lang="en-US" b="1" dirty="0"/>
              <a:t>circular fashion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Placeholder 6" descr="A cartoon of a landscape with trees and flowers&#10;&#10;AI-generated content may be incorrect.">
            <a:extLst>
              <a:ext uri="{FF2B5EF4-FFF2-40B4-BE49-F238E27FC236}">
                <a16:creationId xmlns:a16="http://schemas.microsoft.com/office/drawing/2014/main" id="{CB06D4AD-1B83-C9E6-F318-A7AB9E71E1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755" b="31755"/>
          <a:stretch>
            <a:fillRect/>
          </a:stretch>
        </p:blipFill>
        <p:spPr>
          <a:xfrm>
            <a:off x="0" y="0"/>
            <a:ext cx="12188952" cy="1576552"/>
          </a:xfrm>
        </p:spPr>
      </p:pic>
    </p:spTree>
    <p:extLst>
      <p:ext uri="{BB962C8B-B14F-4D97-AF65-F5344CB8AC3E}">
        <p14:creationId xmlns:p14="http://schemas.microsoft.com/office/powerpoint/2010/main" val="272974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714117"/>
            <a:ext cx="10241280" cy="1079090"/>
          </a:xfrm>
          <a:noFill/>
        </p:spPr>
        <p:txBody>
          <a:bodyPr anchor="b" anchorCtr="0">
            <a:normAutofit fontScale="90000"/>
          </a:bodyPr>
          <a:lstStyle/>
          <a:p>
            <a:r>
              <a:rPr lang="en-US"/>
              <a:t>Feature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4756" y="2379405"/>
            <a:ext cx="9144000" cy="3205317"/>
          </a:xfrm>
          <a:noFill/>
        </p:spPr>
        <p:txBody>
          <a:bodyPr>
            <a:normAutofit/>
          </a:bodyPr>
          <a:lstStyle/>
          <a:p>
            <a:pPr algn="l">
              <a:buNone/>
            </a:pPr>
            <a:r>
              <a:rPr lang="en-CA" b="1">
                <a:solidFill>
                  <a:schemeClr val="accent1"/>
                </a:solidFill>
              </a:rPr>
              <a:t>🛠</a:t>
            </a:r>
            <a:r>
              <a:rPr lang="en-CA" b="1"/>
              <a:t> Technology Stack</a:t>
            </a:r>
            <a:endParaRPr lang="en-CA"/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/>
              <a:t>Frontend</a:t>
            </a:r>
            <a:r>
              <a:rPr lang="en-CA"/>
              <a:t>: React.js – Dynamic, interactive UI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/>
              <a:t>Backend</a:t>
            </a:r>
            <a:r>
              <a:rPr lang="en-CA"/>
              <a:t>: Node.js + Express.js – Handles server logic &amp; APIs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/>
              <a:t>Database</a:t>
            </a:r>
            <a:r>
              <a:rPr lang="en-CA"/>
              <a:t>: MongoDB – Flexible data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/>
              <a:t>Firebase</a:t>
            </a:r>
            <a:r>
              <a:rPr lang="en-CA"/>
              <a:t>: Image storage &amp; Google sign-in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/>
              <a:t>Chatbot</a:t>
            </a:r>
            <a:r>
              <a:rPr lang="en-CA"/>
              <a:t>: Ollama-powered keyword search assistant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4F6C-882F-CD9B-56FA-73D30406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F1BB-E295-C461-10D0-083336B59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714117"/>
            <a:ext cx="10241280" cy="1079090"/>
          </a:xfrm>
          <a:noFill/>
        </p:spPr>
        <p:txBody>
          <a:bodyPr anchor="b" anchorCtr="0">
            <a:normAutofit fontScale="90000"/>
          </a:bodyPr>
          <a:lstStyle/>
          <a:p>
            <a:r>
              <a:rPr lang="en-US" dirty="0"/>
              <a:t>Feature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24FD3-D6C0-2E9A-C748-1F4E332DF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4756" y="2379405"/>
            <a:ext cx="9144000" cy="3205317"/>
          </a:xfrm>
          <a:noFill/>
        </p:spPr>
        <p:txBody>
          <a:bodyPr>
            <a:normAutofit fontScale="92500" lnSpcReduction="20000"/>
          </a:bodyPr>
          <a:lstStyle/>
          <a:p>
            <a:pPr algn="l">
              <a:buNone/>
            </a:pPr>
            <a:r>
              <a:rPr lang="en-CA" b="1" dirty="0"/>
              <a:t>🔑 Key Features</a:t>
            </a:r>
            <a:endParaRPr lang="en-CA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🔐 </a:t>
            </a:r>
            <a:r>
              <a:rPr lang="en-CA" b="1" dirty="0"/>
              <a:t>User Authentication</a:t>
            </a:r>
            <a:r>
              <a:rPr lang="en-CA" dirty="0"/>
              <a:t> (Buyers &amp; Sellers)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📦 </a:t>
            </a:r>
            <a:r>
              <a:rPr lang="en-CA" b="1" dirty="0"/>
              <a:t>Product Listings</a:t>
            </a:r>
            <a:r>
              <a:rPr lang="en-CA" dirty="0"/>
              <a:t> with images &amp;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🔍 </a:t>
            </a:r>
            <a:r>
              <a:rPr lang="en-CA" b="1" dirty="0"/>
              <a:t>Search &amp; Filters</a:t>
            </a:r>
            <a:r>
              <a:rPr lang="en-CA" dirty="0"/>
              <a:t> (by gender, price)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🤖 </a:t>
            </a:r>
            <a:r>
              <a:rPr lang="en-CA" b="1" dirty="0"/>
              <a:t>Chatbot Support</a:t>
            </a:r>
            <a:r>
              <a:rPr lang="en-CA" dirty="0"/>
              <a:t> for quick keyword searches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👤 </a:t>
            </a:r>
            <a:r>
              <a:rPr lang="en-CA" b="1" dirty="0"/>
              <a:t>Profile Management</a:t>
            </a:r>
            <a:r>
              <a:rPr lang="en-CA" dirty="0"/>
              <a:t> for personalized 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📧 </a:t>
            </a:r>
            <a:r>
              <a:rPr lang="en-CA" b="1" dirty="0"/>
              <a:t>Email-Based Communication</a:t>
            </a:r>
            <a:r>
              <a:rPr lang="en-CA" dirty="0"/>
              <a:t> between users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dirty="0"/>
              <a:t>☁️ </a:t>
            </a:r>
            <a:r>
              <a:rPr lang="en-CA" b="1" dirty="0"/>
              <a:t>Secure Image Storage</a:t>
            </a:r>
            <a:r>
              <a:rPr lang="en-CA" dirty="0"/>
              <a:t> via Firebase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8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artoon of a child&#10;&#10;AI-generated content may be incorrect.">
            <a:extLst>
              <a:ext uri="{FF2B5EF4-FFF2-40B4-BE49-F238E27FC236}">
                <a16:creationId xmlns:a16="http://schemas.microsoft.com/office/drawing/2014/main" id="{B6ECABFD-B845-0C7B-7A87-CDB2808FA0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8025" b="18025"/>
          <a:stretch>
            <a:fillRect/>
          </a:stretch>
        </p:blipFill>
        <p:spPr>
          <a:xfrm>
            <a:off x="13340" y="0"/>
            <a:ext cx="12193416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chemeClr val="bg1">
              <a:alpha val="60000"/>
            </a:schemeClr>
          </a:solidFill>
          <a:ln w="38100" cap="sq">
            <a:solidFill>
              <a:schemeClr val="tx1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/>
      </p:pic>
      <p:pic>
        <p:nvPicPr>
          <p:cNvPr id="5" name="Picture 4" descr="A cartoon of a child&#10;&#10;AI-generated content may be incorrect.">
            <a:extLst>
              <a:ext uri="{FF2B5EF4-FFF2-40B4-BE49-F238E27FC236}">
                <a16:creationId xmlns:a16="http://schemas.microsoft.com/office/drawing/2014/main" id="{B9C7557F-8992-C3B5-D205-86FAD572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54864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58</TotalTime>
  <Words>266</Words>
  <Application>Microsoft Office PowerPoint</Application>
  <PresentationFormat>Widescreen</PresentationFormat>
  <Paragraphs>46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Gill Sans MT</vt:lpstr>
      <vt:lpstr>Open Sans</vt:lpstr>
      <vt:lpstr>Parcel</vt:lpstr>
      <vt:lpstr>CSIS 4495 002 Applied Research Project   Ecotots</vt:lpstr>
      <vt:lpstr>agenda</vt:lpstr>
      <vt:lpstr>About OUR PROJECT</vt:lpstr>
      <vt:lpstr>About OUR PROJECT</vt:lpstr>
      <vt:lpstr>Feature overview</vt:lpstr>
      <vt:lpstr>Feature overview</vt:lpstr>
      <vt:lpstr>Live Demonstration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Gurkanwal</dc:creator>
  <cp:lastModifiedBy>Singh, Gurkanwal</cp:lastModifiedBy>
  <cp:revision>11</cp:revision>
  <dcterms:created xsi:type="dcterms:W3CDTF">2025-04-13T21:56:01Z</dcterms:created>
  <dcterms:modified xsi:type="dcterms:W3CDTF">2025-04-14T06:11:16Z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